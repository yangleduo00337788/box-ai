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Box AI 培训幻灯片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知识库 RAG 测试要点</a:t>
            </a:r>
          </a:p>
          <a:p>
            <a:pPr/>
            <a:r>
              <a:t>公司：星云科技有限公司</a:t>
            </a:r>
          </a:p>
          <a:p>
            <a:pPr/>
            <a:r>
              <a:t>企业版价格：9999 元/年</a:t>
            </a:r>
          </a:p>
          <a:p>
            <a:pPr/>
            <a:r>
              <a:t>专业版知识库：50 GB</a:t>
            </a:r>
          </a:p>
          <a:p>
            <a:pPr/>
            <a:r>
              <a:t>支持邮箱：support@xingyun-tech.com</a:t>
            </a:r>
          </a:p>
          <a:p>
            <a:pPr/>
            <a:r>
              <a:t>SLA：99.9%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